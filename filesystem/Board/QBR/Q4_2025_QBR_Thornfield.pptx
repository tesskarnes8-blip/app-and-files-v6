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Prepared for the 1/20/2026 QBR pre-read per Board correspondence (board_preread_request_marchetti.eml). Figures sourced from Opportunity.csv, Customer.csv, Employee.csv, and sap_onboarding_tracker.csv.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 2025 Close &amp; QBR Prep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Thornfield Life Sciences Marketing, Inc.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pre-read — QBR meeting January 20,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FY2025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$888,000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Closed-Won revenue, trailing 12 months (60 opportunities)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employees across Thornfield + legacy Bramwell entity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 accounts on the ERPNext Customer master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146304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Inherited-Bramwell accounts migrated at the 9/1/2025 close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ERPNext CRM (erp.thornfieldlsm.com), Customer master, closed_won_revenue_export.xlsx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Bramwell Integration Timeline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3898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09/01/2025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371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close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0" y="1371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Bramwell Scientific Marketing, LLC acquired by Thornfield.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441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09/01/2025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423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standard term SOP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Services SOP replaces Bramwell's 12-month default with Thornfield's 24-month standard.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4930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09/01/2025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474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HR migration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474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legacy Bramwell employees migrated to Thornfield SAP HR.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66344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544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526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ERP account migration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526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inherited accounts migrating to Thornfield SAP / ERPNext billing; 43 still pending AM assignment.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for QBR Discussion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CEFE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inherited-Bramwell accounts remain unassigned to a Thornfield account manager.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Client Strategy (Sofia Bergen). Tracked in sap_onboarding_tracker.csv.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memo CM-2025-0088 ($4,500, Marlstone Bioscience) not yet reflected in Q4_2025_billing_export.xlsx.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Finance correspondence, statement with credit applied ships with the December billing cycle.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2026-09-02T02:47:05Z</dcterms:created>
  <dcterms:modified xsi:type="dcterms:W3CDTF">2026-09-02T02:47:05Z</dcterms:modified>
</cp:coreProperties>
</file>